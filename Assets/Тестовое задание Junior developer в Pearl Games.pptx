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Source Code Pro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ourceCodePr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7" Type="http://schemas.openxmlformats.org/officeDocument/2006/relationships/font" Target="fonts/Oswald-regular.fntdata"/><Relationship Id="rId16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a2bf52dc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a2bf52dc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2bf52dc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2bf52dc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a2bf52dc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a2bf52dc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7a2bf52dc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7a2bf52dc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0d5dfa6e7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0d5dfa6e7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d4ad27e1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d4ad27e1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shava@garnet-lab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Тестовое задание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 уровень казуальной головоломки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чем основана идея игры?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8520600" cy="3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Загадка из книги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Назад тому лет 300 жил в Грузии князь злой и надменный. Была у князя дочь-невеста, Дариджан по имени. Обещал князь свою Дариджан в жёны богатому соседу, а она полюбила простого парня, кузнеца Хечо. Попытались было Дариджан и Хечо убежать в горы от неволи, но поймали их слуги князевы.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Рассвирепел князь и решил назавтра казнить обоих, на ночь же приказал их запереть в высокую, мрачную, заброшенную, недостроенную башню, а вместе с ними ещё и служанку Дариджан, девочку-подростка, которая помогала им бежать.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Не растерялся в башне Хечо, осмотрелся, поднялся по ступенькам в верхнюю часть башни, в окно выглянул — прыгать невозможно, разобьёшься. Тут заметил Хечо около окна забытую строителями верёвку, перекинутую через заржавленный блок, укреплённый повыше окна. К концам верёвки были привязаны пустые корзины, к каждому концу — по корзине. Хечо вспомнил, что при помощи этих корзин каменщики поднимали вверх кирпич, а вниз спускали щебень, причём, если вес груза в одной корзине превышал вес груза в другой примерно на 5 — 6 кг, то корзина довольно плавно опускалась на землю; другая корзина в это время поднималась к окну.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Хечо на глаз определил, что Дариджан весит около 50 кг, служанка не более чем 40 кг. Свой вес Хечо знал — около 90 кг. Кроме того он нашёл в башне цепь весом в 30 кг. Так как в каждой корзине могли поместиться человек и цепь или даже 2 человека, то им всем троим удалось спуститься на землю, причём спускались они так, что ни разу вес опускающейся корзины с человеком не превышал веса поднимающейся корзины более чем на 10 кг.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Как они выбрались из башни?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и правила игры (Как играть?)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каждом уровне есть башня, в которой запер человек(и).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Из башни можно спуститься с помощью перекидного блока, если уравновесить человека противовесом.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У каждого человека есть свой вес, также на уровне есть предметы со своим весом.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Цель - чтобы все люди </a:t>
            </a:r>
            <a:r>
              <a:rPr b="1" lang="ru"/>
              <a:t>спустились</a:t>
            </a:r>
            <a:r>
              <a:rPr b="1" lang="ru"/>
              <a:t> из башни на пол.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Нужно достичь игрой: наслаждение от решения головоломки + фан от физики перекидного блока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Визуалы и референсы похожих игр </a:t>
            </a:r>
            <a:r>
              <a:rPr lang="ru"/>
              <a:t>(На что должна быть похоже?) 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468825"/>
            <a:ext cx="3175800" cy="3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Дизайн под гиперказуалку: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яркий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вертикальная ориентация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управление одним пальцем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если не уравновесить блок, человечек разбивается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250" y="879200"/>
            <a:ext cx="1866350" cy="37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3675" y="836025"/>
            <a:ext cx="1866350" cy="37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уровней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825" y="1268125"/>
            <a:ext cx="1866350" cy="37327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025" y="1268125"/>
            <a:ext cx="1866350" cy="37327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Ассеты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4559000" y="1529400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37550" y="1623750"/>
            <a:ext cx="7905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Source Code Pro"/>
                <a:ea typeface="Source Code Pro"/>
                <a:cs typeface="Source Code Pro"/>
                <a:sym typeface="Source Code Pro"/>
              </a:rPr>
              <a:t>Используем бесплатные ассеты: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ru">
                <a:latin typeface="Source Code Pro"/>
                <a:ea typeface="Source Code Pro"/>
                <a:cs typeface="Source Code Pro"/>
                <a:sym typeface="Source Code Pro"/>
              </a:rPr>
              <a:t>Башня, перекидной блок можно кубы, параллелепипеды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ru">
                <a:latin typeface="Source Code Pro"/>
                <a:ea typeface="Source Code Pro"/>
                <a:cs typeface="Source Code Pro"/>
                <a:sym typeface="Source Code Pro"/>
              </a:rPr>
              <a:t>Груз можно шары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ru">
                <a:latin typeface="Source Code Pro"/>
                <a:ea typeface="Source Code Pro"/>
                <a:cs typeface="Source Code Pro"/>
                <a:sym typeface="Source Code Pro"/>
              </a:rPr>
              <a:t>Человечки шары, или готовые 3Д ассеты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Тестовое задание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468825"/>
            <a:ext cx="8520600" cy="3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Реализовать 1 любой уровень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Что проверяется: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Физика взаимодействия объектов - насколько есть ощущение фана от перемещения объектов на перекидной блок, опускания объектов.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2. Визуально насколько сочно и ярко ассеты и цвета и вообще весь уровень выглядит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3. Удобство управления одним пальцем.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Результат прислать на почту </a:t>
            </a:r>
            <a:r>
              <a:rPr lang="ru" u="sng">
                <a:solidFill>
                  <a:schemeClr val="hlink"/>
                </a:solidFill>
                <a:hlinkClick r:id="rId3"/>
              </a:rPr>
              <a:t>shava@pearl-games.com</a:t>
            </a:r>
            <a:r>
              <a:rPr lang="ru"/>
              <a:t> в виде apk файла (идеально), или ссылку на видео геймплея.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Срок выполнения 3 дня с момента получения задания.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